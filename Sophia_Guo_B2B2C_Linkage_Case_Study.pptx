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7A59"/>
                </a:solidFill>
              </a:defRPr>
            </a:pPr>
            <a:r>
              <a:t>B2B2C Linkage Framework – Designing a Scalable Identity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323232"/>
                </a:solidFill>
              </a:defRPr>
            </a:pPr>
            <a:r>
              <a:t>Connecting 265M+ consumers and 124M+ professionals for activation and measurement.</a:t>
            </a:r>
            <a:br/>
            <a:r>
              <a:t>Sophia Guo | Data Product &amp; Analytics Leader | sophiaguo.com | linkedin.com/in/sophiaguo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7A59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323232"/>
                </a:solidFill>
              </a:defRPr>
            </a:pPr>
            <a:r>
              <a:t>Consumer and B2B datasets lived in silos.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Clients lacked a privacy-safe way to link ecosystems.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Needed a scalable, governed framework to improve accuracy and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7A59"/>
                </a:solidFill>
              </a:defRPr>
            </a:pPr>
            <a: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323232"/>
                </a:solidFill>
              </a:defRPr>
            </a:pPr>
            <a:r>
              <a:t>Hybrid deterministic + probabilistic matching framework.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AI-assisted anomaly detection and automated QA.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Schema standardization and ranking frameworks.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Governance patterns: a 'Design System for Data'.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7A59"/>
                </a:solidFill>
              </a:defRPr>
            </a:pPr>
            <a:r>
              <a:t>The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323232"/>
                </a:solidFill>
              </a:defRPr>
            </a:pPr>
            <a:r>
              <a:t>+20 pts linkage accuracy (45% → 65%)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−35% refresh cycle time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30+ enterprise clients onboarded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Improved internal trust and usability.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i="1">
                <a:solidFill>
                  <a:srgbClr val="FF7A59"/>
                </a:solidFill>
              </a:defRPr>
            </a:pPr>
            <a:r>
              <a:t>“Data design and experience design share one goal: creating systems people can trust.”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323232"/>
                </a:solidFill>
              </a:defRPr>
            </a:pPr>
            <a:r>
              <a:t>This framework became a shared language between engineering, data, and marketing — proof that good system design drives clarity and collaboration.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646464"/>
                </a:solidFill>
              </a:defRPr>
            </a:pPr>
            <a:r>
              <a:t>Sophia Guo | sophiaguo.com | Caifeng.Guo@gmail.com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